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2185262"/>
            <a:ext cx="6253317" cy="1323714"/>
          </a:xfrm>
        </p:spPr>
        <p:txBody>
          <a:bodyPr>
            <a:normAutofit fontScale="90000"/>
          </a:bodyPr>
          <a:lstStyle/>
          <a:p>
            <a:r>
              <a:rPr lang="en-IN" sz="4400" dirty="0"/>
              <a:t>Smart Multi-Vendor E-Commerce Marketplace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TEAM-2</a:t>
            </a:r>
          </a:p>
          <a:p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2520030068</a:t>
            </a:r>
          </a:p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254642"/>
            <a:ext cx="10058400" cy="3396478"/>
          </a:xfrm>
        </p:spPr>
        <p:txBody>
          <a:bodyPr anchor="ctr">
            <a:normAutofit fontScale="90000"/>
          </a:bodyPr>
          <a:lstStyle/>
          <a:p>
            <a:r>
              <a:rPr lang="en-US" sz="2800" b="1" dirty="0"/>
              <a:t>Project Overview</a:t>
            </a:r>
            <a:br>
              <a:rPr lang="en-US" sz="2800" b="1" dirty="0"/>
            </a:br>
            <a:r>
              <a:rPr lang="en-US" sz="2800" dirty="0"/>
              <a:t>A database-driven web application connecting </a:t>
            </a:r>
            <a:r>
              <a:rPr lang="en-US" sz="2800" b="1" dirty="0"/>
              <a:t>multiple vendors and customers</a:t>
            </a:r>
            <a:r>
              <a:rPr lang="en-US" sz="2800" dirty="0"/>
              <a:t> on a single platform. </a:t>
            </a:r>
            <a:br>
              <a:rPr lang="en-US" sz="2800" dirty="0"/>
            </a:br>
            <a:r>
              <a:rPr lang="en-US" sz="2800" dirty="0"/>
              <a:t>Provides a personalized and reliable online shopping experience. </a:t>
            </a:r>
            <a:br>
              <a:rPr lang="en-US" sz="2800" dirty="0"/>
            </a:br>
            <a:r>
              <a:rPr lang="en-US" sz="2800" dirty="0"/>
              <a:t>Uses a </a:t>
            </a:r>
            <a:r>
              <a:rPr lang="en-US" sz="2800" b="1" dirty="0"/>
              <a:t>hybrid database architecture</a:t>
            </a:r>
            <a:r>
              <a:rPr lang="en-US" sz="2800" dirty="0"/>
              <a:t> with MySQL and MongoDB. </a:t>
            </a:r>
            <a:br>
              <a:rPr lang="en-US" sz="2800" dirty="0"/>
            </a:br>
            <a:r>
              <a:rPr lang="en-US" sz="2800" dirty="0"/>
              <a:t>Includes intelligent features for customers as well as vendors. </a:t>
            </a:r>
            <a:br>
              <a:rPr lang="en-US" sz="2800" dirty="0"/>
            </a:br>
            <a:r>
              <a:rPr lang="en-US" sz="2800" dirty="0"/>
              <a:t>Designed to improve shopping decisions and vendor management. </a:t>
            </a:r>
            <a:br>
              <a:rPr lang="en-US" sz="2800" dirty="0"/>
            </a:br>
            <a:r>
              <a:rPr lang="en-US" sz="2800" b="1" dirty="0"/>
              <a:t>Main idea:</a:t>
            </a:r>
            <a:br>
              <a:rPr lang="en-US" sz="2800" dirty="0"/>
            </a:br>
            <a:r>
              <a:rPr lang="en-US" sz="2800" dirty="0"/>
              <a:t>One marketplace → Multiple vendors → Smart decision-making → Better shopping experience</a:t>
            </a:r>
            <a:br>
              <a:rPr lang="en-US" sz="2800" dirty="0"/>
            </a:br>
            <a:endParaRPr lang="en-US" sz="2800" i="1" dirty="0">
              <a:solidFill>
                <a:srgbClr val="FFFFFF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11698-8948-7117-911E-8A7702E2D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903767"/>
            <a:ext cx="10058400" cy="4965325"/>
          </a:xfrm>
        </p:spPr>
        <p:txBody>
          <a:bodyPr>
            <a:normAutofit fontScale="25000" lnSpcReduction="20000"/>
          </a:bodyPr>
          <a:lstStyle/>
          <a:p>
            <a:r>
              <a:rPr lang="en-US" sz="8600" b="1" dirty="0"/>
              <a:t>Problem Statement</a:t>
            </a:r>
          </a:p>
          <a:p>
            <a:r>
              <a:rPr lang="en-US" sz="8600" b="1" dirty="0"/>
              <a:t>Existing multi-vendor platforms face challenges such as:</a:t>
            </a:r>
            <a:endParaRPr lang="en-US" sz="8600" dirty="0"/>
          </a:p>
          <a:p>
            <a:r>
              <a:rPr lang="en-US" sz="8600" dirty="0"/>
              <a:t>Difficulty in identifying the most suitable vendor. </a:t>
            </a:r>
          </a:p>
          <a:p>
            <a:r>
              <a:rPr lang="en-US" sz="8600" dirty="0"/>
              <a:t>Customers may not easily compare vendor reliability. </a:t>
            </a:r>
          </a:p>
          <a:p>
            <a:r>
              <a:rPr lang="en-US" sz="8600" dirty="0"/>
              <a:t>Prices can change frequently without clear price-history information. </a:t>
            </a:r>
          </a:p>
          <a:p>
            <a:r>
              <a:rPr lang="en-US" sz="8600" dirty="0"/>
              <a:t>Managing products from multiple vendors can be complicated. </a:t>
            </a:r>
          </a:p>
          <a:p>
            <a:r>
              <a:rPr lang="en-US" sz="8600" dirty="0"/>
              <a:t>Vendors may not know when inventory needs replenishment. </a:t>
            </a:r>
          </a:p>
          <a:p>
            <a:r>
              <a:rPr lang="en-US" sz="8600" dirty="0"/>
              <a:t>Generic recommendations may not match customer interests. </a:t>
            </a:r>
          </a:p>
          <a:p>
            <a:r>
              <a:rPr lang="en-US" sz="8600" b="1" dirty="0"/>
              <a:t>Problem:</a:t>
            </a:r>
            <a:br>
              <a:rPr lang="en-US" sz="8600" dirty="0"/>
            </a:br>
            <a:r>
              <a:rPr lang="en-US" sz="8600" dirty="0"/>
              <a:t>There is a need for a marketplace that combines </a:t>
            </a:r>
            <a:r>
              <a:rPr lang="en-US" sz="8600" b="1" dirty="0"/>
              <a:t>vendor intelligence, customer personalization, price analysis, and inventory management</a:t>
            </a:r>
            <a:r>
              <a:rPr lang="en-US" sz="8600" dirty="0"/>
              <a:t>.</a:t>
            </a:r>
          </a:p>
          <a:p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934387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67463-CD39-5377-27A4-82E620163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12651"/>
            <a:ext cx="10058400" cy="6166884"/>
          </a:xfrm>
        </p:spPr>
        <p:txBody>
          <a:bodyPr>
            <a:normAutofit fontScale="90000"/>
          </a:bodyPr>
          <a:lstStyle/>
          <a:p>
            <a:r>
              <a:rPr lang="en-US" sz="3100" b="1" dirty="0"/>
              <a:t>Existing System</a:t>
            </a:r>
            <a:br>
              <a:rPr lang="en-US" sz="3100" b="1" dirty="0"/>
            </a:br>
            <a:r>
              <a:rPr lang="en-US" sz="3100" b="1" dirty="0"/>
              <a:t>Traditional E-Commerce Marketplace</a:t>
            </a:r>
            <a:br>
              <a:rPr lang="en-US" sz="3100" dirty="0"/>
            </a:br>
            <a:r>
              <a:rPr lang="en-US" sz="3100" dirty="0"/>
              <a:t>Customers search and select products manually. </a:t>
            </a:r>
            <a:br>
              <a:rPr lang="en-US" sz="3100" dirty="0"/>
            </a:br>
            <a:r>
              <a:rPr lang="en-US" sz="3100" dirty="0"/>
              <a:t>Limited vendor comparison. </a:t>
            </a:r>
            <a:br>
              <a:rPr lang="en-US" sz="3100" dirty="0"/>
            </a:br>
            <a:r>
              <a:rPr lang="en-US" sz="3100" dirty="0"/>
              <a:t>Vendor reliability may be difficult to judge. </a:t>
            </a:r>
            <a:br>
              <a:rPr lang="en-US" sz="3100" dirty="0"/>
            </a:br>
            <a:r>
              <a:rPr lang="en-US" sz="3100" dirty="0"/>
              <a:t>Price-history analysis is generally limited. </a:t>
            </a:r>
            <a:br>
              <a:rPr lang="en-US" sz="3100" dirty="0"/>
            </a:br>
            <a:r>
              <a:rPr lang="en-US" sz="3100" dirty="0"/>
              <a:t>Inventory monitoring is mainly vendor-driven. </a:t>
            </a:r>
            <a:br>
              <a:rPr lang="en-US" sz="3100" dirty="0"/>
            </a:br>
            <a:r>
              <a:rPr lang="en-US" sz="3100" dirty="0"/>
              <a:t>Recommendations may not fully use customer </a:t>
            </a:r>
            <a:r>
              <a:rPr lang="en-US" sz="3100" dirty="0" err="1"/>
              <a:t>behaviour</a:t>
            </a:r>
            <a:r>
              <a:rPr lang="en-US" sz="3100" dirty="0"/>
              <a:t>. </a:t>
            </a:r>
            <a:br>
              <a:rPr lang="en-US" sz="3100" dirty="0"/>
            </a:br>
            <a:r>
              <a:rPr lang="en-US" sz="3100" dirty="0"/>
              <a:t>Multiple-vendor purchases can involve separate order handling. </a:t>
            </a:r>
            <a:br>
              <a:rPr lang="en-US" sz="3100" dirty="0"/>
            </a:br>
            <a:r>
              <a:rPr lang="en-US" sz="3100" b="1" dirty="0"/>
              <a:t>Limitation:</a:t>
            </a:r>
            <a:br>
              <a:rPr lang="en-US" sz="3100" dirty="0"/>
            </a:br>
            <a:r>
              <a:rPr lang="en-US" sz="3100" dirty="0"/>
              <a:t>Traditional systems mainly focus on buying and selling, rather than intelligent decision support.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9214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514E0-1BA8-DAF1-9A20-02583D2B9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b="1" dirty="0"/>
              <a:t>Proposed System</a:t>
            </a:r>
          </a:p>
          <a:p>
            <a:r>
              <a:rPr lang="en-IN" b="1" dirty="0"/>
              <a:t>Smart Multi-Vendor E-Commerce Marketplace</a:t>
            </a:r>
          </a:p>
          <a:p>
            <a:r>
              <a:rPr lang="en-IN" dirty="0"/>
              <a:t>Our proposed system introduces:</a:t>
            </a:r>
          </a:p>
          <a:p>
            <a:r>
              <a:rPr lang="en-IN" b="1" dirty="0"/>
              <a:t>Smart Vendor Matching</a:t>
            </a:r>
            <a:r>
              <a:rPr lang="en-IN" dirty="0"/>
              <a:t> </a:t>
            </a:r>
          </a:p>
          <a:p>
            <a:r>
              <a:rPr lang="en-IN" b="1" dirty="0"/>
              <a:t>Vendor Trust Score</a:t>
            </a:r>
            <a:r>
              <a:rPr lang="en-IN" dirty="0"/>
              <a:t> </a:t>
            </a:r>
          </a:p>
          <a:p>
            <a:r>
              <a:rPr lang="en-IN" b="1" dirty="0"/>
              <a:t>Multi-Vendor Cart</a:t>
            </a:r>
            <a:r>
              <a:rPr lang="en-IN" dirty="0"/>
              <a:t> </a:t>
            </a:r>
          </a:p>
          <a:p>
            <a:r>
              <a:rPr lang="en-IN" b="1" dirty="0"/>
              <a:t>Price History Analysis</a:t>
            </a:r>
            <a:r>
              <a:rPr lang="en-IN" dirty="0"/>
              <a:t> </a:t>
            </a:r>
          </a:p>
          <a:p>
            <a:r>
              <a:rPr lang="en-IN" b="1" dirty="0"/>
              <a:t>Product Recommendations</a:t>
            </a:r>
            <a:r>
              <a:rPr lang="en-IN" dirty="0"/>
              <a:t> </a:t>
            </a:r>
          </a:p>
          <a:p>
            <a:r>
              <a:rPr lang="en-IN" b="1" dirty="0"/>
              <a:t>Smart Inventory Alerts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371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09CEB-7CF0-5FE9-F77D-45F2835E9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Objectives</a:t>
            </a:r>
          </a:p>
          <a:p>
            <a:r>
              <a:rPr lang="en-US" b="1" dirty="0"/>
              <a:t>The main objectives are:</a:t>
            </a:r>
            <a:endParaRPr lang="en-US" dirty="0"/>
          </a:p>
          <a:p>
            <a:r>
              <a:rPr lang="en-US" dirty="0"/>
              <a:t>Develop a centralized multi-vendor marketplace. </a:t>
            </a:r>
          </a:p>
          <a:p>
            <a:r>
              <a:rPr lang="en-US" dirty="0"/>
              <a:t>Use </a:t>
            </a:r>
            <a:r>
              <a:rPr lang="en-US" b="1" dirty="0"/>
              <a:t>MySQL</a:t>
            </a:r>
            <a:r>
              <a:rPr lang="en-US" dirty="0"/>
              <a:t> for structured and transaction-critical data. </a:t>
            </a:r>
          </a:p>
          <a:p>
            <a:r>
              <a:rPr lang="en-US" dirty="0"/>
              <a:t>Use </a:t>
            </a:r>
            <a:r>
              <a:rPr lang="en-US" b="1" dirty="0"/>
              <a:t>MongoDB</a:t>
            </a:r>
            <a:r>
              <a:rPr lang="en-US" dirty="0"/>
              <a:t> for flexible and frequently changing data. </a:t>
            </a:r>
          </a:p>
          <a:p>
            <a:r>
              <a:rPr lang="en-US" dirty="0"/>
              <a:t>Recommend suitable vendors based on multiple parameters. </a:t>
            </a:r>
          </a:p>
          <a:p>
            <a:r>
              <a:rPr lang="en-US" dirty="0"/>
              <a:t>Provide personalized product recommendations. </a:t>
            </a:r>
          </a:p>
          <a:p>
            <a:r>
              <a:rPr lang="en-US" dirty="0" err="1"/>
              <a:t>Analyse</a:t>
            </a:r>
            <a:r>
              <a:rPr lang="en-US" dirty="0"/>
              <a:t> product price history. </a:t>
            </a:r>
          </a:p>
          <a:p>
            <a:r>
              <a:rPr lang="en-US" dirty="0"/>
              <a:t>Generate intelligent inventory alerts. </a:t>
            </a:r>
          </a:p>
          <a:p>
            <a:r>
              <a:rPr lang="en-US" dirty="0"/>
              <a:t>Improve customer and vendor decision-making.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7062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8F83CD-4028-A0E5-F656-ABAB4FD2DA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2571274"/>
          <a:ext cx="10058400" cy="283464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988186044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138053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724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Smart Vendor Matching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Finds suitable sellers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820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Vendor Trust Score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Indicates vendor reliability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510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Multi-Vendor Cart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Allows products from different vendors in one session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918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Price History Analysis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Provides fair-price insights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467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Product Recommendations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Personalizes product suggestions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267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Smart Inventory Alerts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Helps vendors manage stock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69379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7E1E6734-D149-A6B8-0F12-7F25A5384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269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EC203-027B-44E6-03A8-D0F606DF2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3F6D7-D1AE-65EE-9357-F8F2B3156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Customer / Vendor</a:t>
            </a:r>
            <a:endParaRPr lang="en-IN" dirty="0"/>
          </a:p>
          <a:p>
            <a:r>
              <a:rPr lang="en-IN" dirty="0"/>
              <a:t>↓</a:t>
            </a:r>
          </a:p>
          <a:p>
            <a:r>
              <a:rPr lang="en-IN" b="1" dirty="0"/>
              <a:t>Frontend</a:t>
            </a:r>
            <a:br>
              <a:rPr lang="en-IN" dirty="0"/>
            </a:br>
            <a:r>
              <a:rPr lang="en-IN" dirty="0"/>
              <a:t>HTML + CSS + JavaScript + Bootstrap</a:t>
            </a:r>
          </a:p>
          <a:p>
            <a:r>
              <a:rPr lang="en-IN" dirty="0"/>
              <a:t>↓</a:t>
            </a:r>
          </a:p>
          <a:p>
            <a:r>
              <a:rPr lang="en-IN" b="1" dirty="0"/>
              <a:t>Backend / REST APIs</a:t>
            </a:r>
            <a:br>
              <a:rPr lang="en-IN" dirty="0"/>
            </a:br>
            <a:r>
              <a:rPr lang="en-IN" dirty="0"/>
              <a:t>Node.js + Express.js</a:t>
            </a:r>
          </a:p>
          <a:p>
            <a:r>
              <a:rPr lang="en-IN" dirty="0"/>
              <a:t>↓</a:t>
            </a:r>
          </a:p>
          <a:p>
            <a:r>
              <a:rPr lang="en-IN" b="1" dirty="0"/>
              <a:t>Application Logic</a:t>
            </a:r>
            <a:endParaRPr lang="en-IN" dirty="0"/>
          </a:p>
          <a:p>
            <a:r>
              <a:rPr lang="en-IN" dirty="0"/>
              <a:t>↙　　　　　　　　　↘</a:t>
            </a:r>
          </a:p>
          <a:p>
            <a:r>
              <a:rPr lang="en-IN" b="1" dirty="0"/>
              <a:t>MySQL</a:t>
            </a:r>
            <a:r>
              <a:rPr lang="en-IN" dirty="0"/>
              <a:t>　　　　　 </a:t>
            </a:r>
            <a:r>
              <a:rPr lang="en-IN" b="1" dirty="0"/>
              <a:t>MongoDB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3123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70C59-BC60-AA2F-8FEE-3FB2141BA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141" y="1520456"/>
            <a:ext cx="10058400" cy="4327371"/>
          </a:xfrm>
        </p:spPr>
        <p:txBody>
          <a:bodyPr>
            <a:normAutofit fontScale="92500" lnSpcReduction="10000"/>
          </a:bodyPr>
          <a:lstStyle/>
          <a:p>
            <a:r>
              <a:rPr lang="en-US" sz="3100" b="1" dirty="0"/>
              <a:t>Database Design</a:t>
            </a:r>
          </a:p>
          <a:p>
            <a:r>
              <a:rPr lang="en-US" b="1" dirty="0"/>
              <a:t>MySQL – Structured Data</a:t>
            </a:r>
          </a:p>
          <a:p>
            <a:r>
              <a:rPr lang="en-US" dirty="0"/>
              <a:t>Customer activity                                                    </a:t>
            </a:r>
          </a:p>
          <a:p>
            <a:r>
              <a:rPr lang="en-US" dirty="0"/>
              <a:t>Search history </a:t>
            </a:r>
          </a:p>
          <a:p>
            <a:r>
              <a:rPr lang="en-US" dirty="0"/>
              <a:t>Product views </a:t>
            </a:r>
          </a:p>
          <a:p>
            <a:r>
              <a:rPr lang="en-US" dirty="0"/>
              <a:t>Reviews </a:t>
            </a:r>
          </a:p>
          <a:p>
            <a:r>
              <a:rPr lang="en-US" dirty="0"/>
              <a:t>Recommendations </a:t>
            </a:r>
          </a:p>
          <a:p>
            <a:r>
              <a:rPr lang="en-US" dirty="0"/>
              <a:t>Notifications </a:t>
            </a:r>
          </a:p>
          <a:p>
            <a:r>
              <a:rPr lang="en-US" dirty="0"/>
              <a:t>Analytics 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8694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22695-5760-F50D-D0B4-D3CC90DA3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MongoDB – Flexible Data</a:t>
            </a:r>
          </a:p>
          <a:p>
            <a:r>
              <a:rPr lang="en-US" dirty="0"/>
              <a:t>Customer activity </a:t>
            </a:r>
          </a:p>
          <a:p>
            <a:r>
              <a:rPr lang="en-US" dirty="0"/>
              <a:t>Search history </a:t>
            </a:r>
          </a:p>
          <a:p>
            <a:r>
              <a:rPr lang="en-US" dirty="0"/>
              <a:t>Product views </a:t>
            </a:r>
          </a:p>
          <a:p>
            <a:r>
              <a:rPr lang="en-US" dirty="0"/>
              <a:t>Reviews </a:t>
            </a:r>
          </a:p>
          <a:p>
            <a:r>
              <a:rPr lang="en-US" dirty="0"/>
              <a:t>Recommendations </a:t>
            </a:r>
          </a:p>
          <a:p>
            <a:r>
              <a:rPr lang="en-US" dirty="0"/>
              <a:t>Notifications </a:t>
            </a:r>
          </a:p>
          <a:p>
            <a:r>
              <a:rPr lang="en-US" dirty="0"/>
              <a:t>Analytics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6609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080E1-8A53-D424-F810-8853631D6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Future Scope</a:t>
            </a:r>
          </a:p>
          <a:p>
            <a:r>
              <a:rPr lang="en-US" dirty="0"/>
              <a:t>AI-based advanced product recommendations. </a:t>
            </a:r>
          </a:p>
          <a:p>
            <a:r>
              <a:rPr lang="en-US" dirty="0"/>
              <a:t>More accurate vendor ranking. </a:t>
            </a:r>
          </a:p>
          <a:p>
            <a:r>
              <a:rPr lang="en-US" dirty="0"/>
              <a:t>Advanced sales forecasting. </a:t>
            </a:r>
          </a:p>
          <a:p>
            <a:r>
              <a:rPr lang="en-US" dirty="0"/>
              <a:t>Real-time inventory prediction. </a:t>
            </a:r>
          </a:p>
          <a:p>
            <a:r>
              <a:rPr lang="en-US" dirty="0"/>
              <a:t>Dynamic pricing insights. </a:t>
            </a:r>
          </a:p>
          <a:p>
            <a:r>
              <a:rPr lang="en-US" dirty="0"/>
              <a:t>Advanced customer analytics. </a:t>
            </a:r>
          </a:p>
          <a:p>
            <a:r>
              <a:rPr lang="en-US" dirty="0"/>
              <a:t>Mobile application integration. </a:t>
            </a:r>
          </a:p>
          <a:p>
            <a:r>
              <a:rPr lang="en-US" dirty="0"/>
              <a:t>Cloud deployment and scalability.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6158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5653A-6375-F921-1A9C-1872073B8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USED: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010C5B7-3635-08E8-8DC4-364A4C9467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1274636"/>
              </p:ext>
            </p:extLst>
          </p:nvPr>
        </p:nvGraphicFramePr>
        <p:xfrm>
          <a:off x="1096963" y="2137143"/>
          <a:ext cx="10058400" cy="282826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57696132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308330075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970983586"/>
                    </a:ext>
                  </a:extLst>
                </a:gridCol>
              </a:tblGrid>
              <a:tr h="707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Frontend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Backend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Database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012430"/>
                  </a:ext>
                </a:extLst>
              </a:tr>
              <a:tr h="707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HTML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Node.js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MySQL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85501"/>
                  </a:ext>
                </a:extLst>
              </a:tr>
              <a:tr h="707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Express.js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661519"/>
                  </a:ext>
                </a:extLst>
              </a:tr>
              <a:tr h="707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JavaScript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>
                      <a:noFill/>
                    </a:lnL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26100403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4D2834A6-2DFB-B59C-8816-16E1D5137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785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E9747-20DE-F67F-2AD0-E340A24BD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BD6FD-1E86-D824-E4B9-549471F22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Smart Multi-Vendor E-Commerce Marketplace</a:t>
            </a:r>
            <a:r>
              <a:rPr lang="en-IN" dirty="0"/>
              <a:t> combines:</a:t>
            </a:r>
          </a:p>
          <a:p>
            <a:r>
              <a:rPr lang="en-IN" b="1" dirty="0"/>
              <a:t>DBMS + NoSQL + Backend Processing + Data Analytics</a:t>
            </a:r>
            <a:endParaRPr lang="en-IN" dirty="0"/>
          </a:p>
          <a:p>
            <a:r>
              <a:rPr lang="en-IN" dirty="0"/>
              <a:t>to create an intelligent platform for customers and vendors.</a:t>
            </a:r>
          </a:p>
          <a:p>
            <a:r>
              <a:rPr lang="en-IN" dirty="0"/>
              <a:t>MySQL manages structured transactional data. </a:t>
            </a:r>
          </a:p>
          <a:p>
            <a:r>
              <a:rPr lang="en-IN" dirty="0"/>
              <a:t>MongoDB manages flexible behavioural and analytical data. </a:t>
            </a:r>
          </a:p>
          <a:p>
            <a:r>
              <a:rPr lang="en-IN" dirty="0"/>
              <a:t>Smart features improve vendor selection, shopping, pricing insights, recommendations, and inventory management. </a:t>
            </a:r>
          </a:p>
          <a:p>
            <a:r>
              <a:rPr lang="en-IN" dirty="0"/>
              <a:t>The system aims to provide a </a:t>
            </a:r>
            <a:r>
              <a:rPr lang="en-IN" b="1" dirty="0"/>
              <a:t>scalable, reliable, and personalized marketplace</a:t>
            </a:r>
            <a:r>
              <a:rPr lang="en-IN" dirty="0"/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116436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{B5A2766C-3210-4347-88D6-D56DB1286E2B}TFf0a5ceae-4542-492d-822e-d65a94fb0e1e3b562c5a_win32-009a0557e699</Template>
  <TotalTime>21</TotalTime>
  <Words>570</Words>
  <Application>Microsoft Office PowerPoint</Application>
  <PresentationFormat>Widescreen</PresentationFormat>
  <Paragraphs>104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Bookman Old Style</vt:lpstr>
      <vt:lpstr>Calibri</vt:lpstr>
      <vt:lpstr>Franklin Gothic Book</vt:lpstr>
      <vt:lpstr>Custom</vt:lpstr>
      <vt:lpstr>Smart Multi-Vendor E-Commerce Marketplace</vt:lpstr>
      <vt:lpstr>Project Overview A database-driven web application connecting multiple vendors and customers on a single platform.  Provides a personalized and reliable online shopping experience.  Uses a hybrid database architecture with MySQL and MongoDB.  Includes intelligent features for customers as well as vendors.  Designed to improve shopping decisions and vendor management.  Main idea: One marketplace → Multiple vendors → Smart decision-making → Better shopping experience </vt:lpstr>
      <vt:lpstr>PowerPoint Presentation</vt:lpstr>
      <vt:lpstr>Existing System Traditional E-Commerce Marketplace Customers search and select products manually.  Limited vendor comparison.  Vendor reliability may be difficult to judge.  Price-history analysis is generally limited.  Inventory monitoring is mainly vendor-driven.  Recommendations may not fully use customer behaviour.  Multiple-vendor purchases can involve separate order handling.  Limitation: Traditional systems mainly focus on buying and selling, rather than intelligent decision support. </vt:lpstr>
      <vt:lpstr>PowerPoint Presentation</vt:lpstr>
      <vt:lpstr>PowerPoint Presentation</vt:lpstr>
      <vt:lpstr>PowerPoint Presentation</vt:lpstr>
      <vt:lpstr>SYSTEM ARCHITECTURE:</vt:lpstr>
      <vt:lpstr>PowerPoint Presentation</vt:lpstr>
      <vt:lpstr>PowerPoint Presentation</vt:lpstr>
      <vt:lpstr>PowerPoint Presentation</vt:lpstr>
      <vt:lpstr>TECHNOLOGIES USED: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 rao madhavaram</dc:creator>
  <cp:lastModifiedBy>venkat rao madhavaram</cp:lastModifiedBy>
  <cp:revision>1</cp:revision>
  <dcterms:created xsi:type="dcterms:W3CDTF">2026-08-28T06:31:26Z</dcterms:created>
  <dcterms:modified xsi:type="dcterms:W3CDTF">2026-08-28T06:52:31Z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